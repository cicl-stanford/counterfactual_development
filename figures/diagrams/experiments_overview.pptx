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4630"/>
  </p:normalViewPr>
  <p:slideViewPr>
    <p:cSldViewPr snapToGrid="0">
      <p:cViewPr>
        <p:scale>
          <a:sx n="110" d="100"/>
          <a:sy n="110" d="100"/>
        </p:scale>
        <p:origin x="76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07AB6-8EB9-7433-D5ED-8BBAB6C75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5F22F-128B-86D5-D849-F76C9C3AD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0C296-DDD5-900E-1A2F-7B2120F1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C8CAA-242B-E363-269B-058BD3193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429E-8426-A0F9-D1C4-152EDCE2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637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CA5B-CF02-2074-0A42-AE311E03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82C0C-1B02-4113-DEF5-DF7472244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2191E-CC03-1FD2-8DF4-15073BCEC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81DD7-BD24-6C58-53D9-FC196978B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2EFAC-3D27-DFA2-78F4-43DDBD17D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973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CCDE-0B78-FD7C-1B6E-4B69ECFEC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2AE39-3501-913A-6F80-C4986653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E5E18-04A6-7781-E0AA-8559F2177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3EDA3-0966-1035-6297-242282D2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FC7B9-5FC2-2726-B7CC-704DAECF1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0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49B95-9307-679F-F40B-67A6A875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4CE51-5BBB-08AE-10FE-054915A832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5AF99-AFE2-67D1-3500-0D4C07787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2BC44-D6B8-CE8E-C144-9455E4B1C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1A8DF-9823-A61E-17EE-F2886644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A39CA-0560-334F-5732-0E6F67A10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91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32B39-37EB-9801-6CD7-8F0C7670B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A5D0-E84B-D90A-A880-3553D825D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D83D03-D7FA-9F97-D9D5-2C7C2A58A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4C848-42EC-D00D-D948-CCC3AB2A2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B3A29-9D4D-D7D5-47E1-ED931C9C3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94259E-41EF-90E7-4438-93C3BB94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0E29D4-8D15-CC7B-F8E4-4D2DA9D22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6ECDF5-FE13-54E4-7907-82E445ED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5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0534A-C226-CC09-754A-90D9CA097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0239B-7DE3-B06A-1712-9D44A11A8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B4985-B875-2F81-B5FD-28AA02D5E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9A472-DED5-5AE5-A4BC-35E94FF4A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1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18D3A-0FA1-51B7-FBA7-B7027671D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D9C19-83B2-4276-8C99-29FF9C1D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A691B-8D0D-3D8E-8FE4-74E37D66B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2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4B4EE-A555-A83A-EF91-48E04DB9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AED89-7622-3579-0FA3-43C5811F6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5A1721-CAAF-F65D-D48B-6A2558DEF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37270-D23C-5E6D-20B7-CFE59E60A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760F3-B9D8-7968-D329-B6B5A397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0D399-C7AC-A711-117A-F619B9B26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8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F816A-D709-3A36-75E2-A99B5A06E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2FD02A-374B-B291-FC72-3C92318AE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5A8F7-3F83-FF45-DC2E-8D11D3631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0A25F-BEC4-59E0-3139-1315A7E1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23F71-5BF8-088C-F275-658BE8D1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A4F75-6090-0CC8-4D1F-88992CF1F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1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C2DA2-71B3-ACF7-28BA-C3750AE9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3AE27-4F95-0A91-FD58-958066DD4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6C55C-4B93-4B65-8834-B19C3FE6E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4B522-60EB-085C-7D69-74F114713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4B06A-5151-F13C-ED9C-B804914F6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15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88D1F5-3A00-2D4F-F2B0-EEFE34EE5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8622F-0F86-C07B-EC65-71FA84968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B0489-58F3-7053-DB12-6A4C6928A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B43A-F4B9-9F4B-A921-8C9A7BD2278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D2005-24E6-78B2-7AA8-281569FB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9D83-55B6-C18F-0EB8-EF74A1A08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6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F09E1D-EE2F-1C3D-5328-25B30ABE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569D5-8F2A-30FC-0760-7F9528EFE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AB086-96FE-10D0-BA02-D526F6C39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0AB43A-F4B9-9F4B-A921-8C9A7BD2278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28193-9723-FF91-A4A5-478EF65D7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35E02-E1EB-AD7B-4400-B81CC458F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C343E-8D9B-9B44-B487-B19C69671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1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DC71E-F04E-E881-B7AA-92C8C1FA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9">
            <a:extLst>
              <a:ext uri="{FF2B5EF4-FFF2-40B4-BE49-F238E27FC236}">
                <a16:creationId xmlns:a16="http://schemas.microsoft.com/office/drawing/2014/main" id="{C1D319C8-7286-C9D5-1285-745205497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135" y="2502102"/>
            <a:ext cx="1290868" cy="1417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1706D6-1539-7123-82E5-E4B9B76BBC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06" t="34092" b="1"/>
          <a:stretch>
            <a:fillRect/>
          </a:stretch>
        </p:blipFill>
        <p:spPr>
          <a:xfrm>
            <a:off x="7197387" y="3368537"/>
            <a:ext cx="842433" cy="4244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2EF21C9-FE52-B943-6DA5-74A225F70D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06" t="34092" b="1"/>
          <a:stretch>
            <a:fillRect/>
          </a:stretch>
        </p:blipFill>
        <p:spPr>
          <a:xfrm flipH="1">
            <a:off x="8547784" y="3361624"/>
            <a:ext cx="842433" cy="424417"/>
          </a:xfrm>
          <a:prstGeom prst="rect">
            <a:avLst/>
          </a:prstGeom>
        </p:spPr>
      </p:pic>
      <p:pic>
        <p:nvPicPr>
          <p:cNvPr id="59" name="Picture 28" descr="Wood Floor Transparent Background Vectors &amp; Illustrations for Free Download  | Freepik">
            <a:extLst>
              <a:ext uri="{FF2B5EF4-FFF2-40B4-BE49-F238E27FC236}">
                <a16:creationId xmlns:a16="http://schemas.microsoft.com/office/drawing/2014/main" id="{0C91991A-D5B2-023E-A89D-1E63B60D79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52"/>
          <a:stretch/>
        </p:blipFill>
        <p:spPr bwMode="auto">
          <a:xfrm>
            <a:off x="7201944" y="5758806"/>
            <a:ext cx="2194560" cy="4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9CA842B6-BCC2-515D-BA6A-336500DC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849" y="4549361"/>
            <a:ext cx="1290868" cy="1417320"/>
          </a:xfrm>
          <a:prstGeom prst="rect">
            <a:avLst/>
          </a:prstGeom>
        </p:spPr>
      </p:pic>
      <p:pic>
        <p:nvPicPr>
          <p:cNvPr id="9" name="Picture 28" descr="Wood Floor Transparent Background Vectors &amp; Illustrations for Free Download  | Freepik">
            <a:extLst>
              <a:ext uri="{FF2B5EF4-FFF2-40B4-BE49-F238E27FC236}">
                <a16:creationId xmlns:a16="http://schemas.microsoft.com/office/drawing/2014/main" id="{23304A7C-9D1D-D312-DBC9-52F610D4EC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52"/>
          <a:stretch/>
        </p:blipFill>
        <p:spPr bwMode="auto">
          <a:xfrm>
            <a:off x="4668014" y="3730809"/>
            <a:ext cx="2194560" cy="4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1D6845EA-AF5C-0BF3-96C3-E787D8712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625" y="2488850"/>
            <a:ext cx="1290868" cy="1417320"/>
          </a:xfrm>
          <a:prstGeom prst="rect">
            <a:avLst/>
          </a:prstGeom>
        </p:spPr>
      </p:pic>
      <p:pic>
        <p:nvPicPr>
          <p:cNvPr id="32" name="Picture 28" descr="Wood Floor Transparent Background Vectors &amp; Illustrations for Free Download  | Freepik">
            <a:extLst>
              <a:ext uri="{FF2B5EF4-FFF2-40B4-BE49-F238E27FC236}">
                <a16:creationId xmlns:a16="http://schemas.microsoft.com/office/drawing/2014/main" id="{3242EE84-E08A-B0F4-529F-1B01303A34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52"/>
          <a:stretch/>
        </p:blipFill>
        <p:spPr bwMode="auto">
          <a:xfrm>
            <a:off x="2082589" y="3752397"/>
            <a:ext cx="2194560" cy="4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F3331CA5-AF1C-F539-2440-DAC3CC76E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002" y="2493863"/>
            <a:ext cx="1290868" cy="141732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35FAD9B-D614-A701-B8D1-8D0021D76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1364" y="477825"/>
            <a:ext cx="1109868" cy="1413760"/>
          </a:xfrm>
          <a:prstGeom prst="rect">
            <a:avLst/>
          </a:prstGeom>
        </p:spPr>
      </p:pic>
      <p:pic>
        <p:nvPicPr>
          <p:cNvPr id="102" name="Picture 28" descr="Wood Floor Transparent Background Vectors &amp; Illustrations for Free Download  | Freepik">
            <a:extLst>
              <a:ext uri="{FF2B5EF4-FFF2-40B4-BE49-F238E27FC236}">
                <a16:creationId xmlns:a16="http://schemas.microsoft.com/office/drawing/2014/main" id="{12A16A7C-AE73-24AB-DA5E-33D775CF39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52"/>
          <a:stretch/>
        </p:blipFill>
        <p:spPr bwMode="auto">
          <a:xfrm>
            <a:off x="4652165" y="1744445"/>
            <a:ext cx="2194560" cy="4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D21C19D-8972-28B8-F718-EF2912966D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430" y="477825"/>
            <a:ext cx="1109868" cy="1413760"/>
          </a:xfrm>
          <a:prstGeom prst="rect">
            <a:avLst/>
          </a:prstGeom>
        </p:spPr>
      </p:pic>
      <p:pic>
        <p:nvPicPr>
          <p:cNvPr id="1052" name="Picture 28" descr="Wood Floor Transparent Background Vectors &amp; Illustrations for Free Download  | Freepik">
            <a:extLst>
              <a:ext uri="{FF2B5EF4-FFF2-40B4-BE49-F238E27FC236}">
                <a16:creationId xmlns:a16="http://schemas.microsoft.com/office/drawing/2014/main" id="{67FEB333-6797-FDA2-AEE0-8A76D47928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52"/>
          <a:stretch/>
        </p:blipFill>
        <p:spPr bwMode="auto">
          <a:xfrm>
            <a:off x="2086894" y="1744445"/>
            <a:ext cx="2194560" cy="4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4D645ABC-E5EA-F994-6FCD-E2449F42D366}"/>
              </a:ext>
            </a:extLst>
          </p:cNvPr>
          <p:cNvSpPr/>
          <p:nvPr/>
        </p:nvSpPr>
        <p:spPr>
          <a:xfrm>
            <a:off x="1974574" y="424070"/>
            <a:ext cx="2411896" cy="18950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0130C51-6EF9-BF75-2764-6083520C55AF}"/>
              </a:ext>
            </a:extLst>
          </p:cNvPr>
          <p:cNvSpPr/>
          <p:nvPr/>
        </p:nvSpPr>
        <p:spPr>
          <a:xfrm>
            <a:off x="4539845" y="424070"/>
            <a:ext cx="2411896" cy="18950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5F6DE579-C737-EF3B-08FD-4796E4AF23E9}"/>
              </a:ext>
            </a:extLst>
          </p:cNvPr>
          <p:cNvSpPr/>
          <p:nvPr/>
        </p:nvSpPr>
        <p:spPr>
          <a:xfrm>
            <a:off x="7102572" y="424070"/>
            <a:ext cx="2411896" cy="12248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ight Arrow 1084">
            <a:extLst>
              <a:ext uri="{FF2B5EF4-FFF2-40B4-BE49-F238E27FC236}">
                <a16:creationId xmlns:a16="http://schemas.microsoft.com/office/drawing/2014/main" id="{26011355-D993-477E-8311-28F2E846C621}"/>
              </a:ext>
            </a:extLst>
          </p:cNvPr>
          <p:cNvSpPr/>
          <p:nvPr/>
        </p:nvSpPr>
        <p:spPr>
          <a:xfrm rot="5400000">
            <a:off x="6819887" y="3372155"/>
            <a:ext cx="5943600" cy="11887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03962489-EF53-0307-021C-553B7B3F995E}"/>
              </a:ext>
            </a:extLst>
          </p:cNvPr>
          <p:cNvSpPr txBox="1"/>
          <p:nvPr/>
        </p:nvSpPr>
        <p:spPr>
          <a:xfrm>
            <a:off x="9430305" y="6345272"/>
            <a:ext cx="756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D50394D2-DA15-E829-0BC1-A6EEBDAF130D}"/>
              </a:ext>
            </a:extLst>
          </p:cNvPr>
          <p:cNvSpPr txBox="1"/>
          <p:nvPr/>
        </p:nvSpPr>
        <p:spPr>
          <a:xfrm>
            <a:off x="2220967" y="74943"/>
            <a:ext cx="1919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Experiment 1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40F30551-534E-AA66-D94E-07F2AD6492D2}"/>
              </a:ext>
            </a:extLst>
          </p:cNvPr>
          <p:cNvSpPr txBox="1"/>
          <p:nvPr/>
        </p:nvSpPr>
        <p:spPr>
          <a:xfrm>
            <a:off x="4786238" y="74943"/>
            <a:ext cx="1919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Experiment 2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7DC6053D-AB38-0BF6-68BD-8209CBB72704}"/>
              </a:ext>
            </a:extLst>
          </p:cNvPr>
          <p:cNvSpPr txBox="1"/>
          <p:nvPr/>
        </p:nvSpPr>
        <p:spPr>
          <a:xfrm>
            <a:off x="7348965" y="74943"/>
            <a:ext cx="1919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Experiment 3</a:t>
            </a: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BE2A8D32-A416-D505-944F-CBD5BFFF438D}"/>
              </a:ext>
            </a:extLst>
          </p:cNvPr>
          <p:cNvSpPr/>
          <p:nvPr/>
        </p:nvSpPr>
        <p:spPr>
          <a:xfrm>
            <a:off x="1979991" y="4458554"/>
            <a:ext cx="4977167" cy="188574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17E1B944-DB2C-D64A-E337-3090C7090216}"/>
              </a:ext>
            </a:extLst>
          </p:cNvPr>
          <p:cNvSpPr txBox="1"/>
          <p:nvPr/>
        </p:nvSpPr>
        <p:spPr>
          <a:xfrm>
            <a:off x="2307609" y="4493487"/>
            <a:ext cx="43219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Granny has only one thank-you sticker.</a:t>
            </a:r>
          </a:p>
          <a:p>
            <a:pPr algn="ctr"/>
            <a:r>
              <a:rPr lang="en-US" sz="2800" dirty="0"/>
              <a:t>Should she give it to </a:t>
            </a:r>
          </a:p>
          <a:p>
            <a:pPr algn="ctr"/>
            <a:r>
              <a:rPr lang="en-US" sz="2800" dirty="0"/>
              <a:t>Andy or Suzy?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CF4162-8215-4328-A6B5-B408FC12EDB0}"/>
              </a:ext>
            </a:extLst>
          </p:cNvPr>
          <p:cNvSpPr/>
          <p:nvPr/>
        </p:nvSpPr>
        <p:spPr>
          <a:xfrm>
            <a:off x="4538493" y="2432022"/>
            <a:ext cx="2411896" cy="18950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27BC5A-2FC9-7D91-CEFC-26B6545DE43C}"/>
              </a:ext>
            </a:extLst>
          </p:cNvPr>
          <p:cNvSpPr/>
          <p:nvPr/>
        </p:nvSpPr>
        <p:spPr>
          <a:xfrm>
            <a:off x="1970269" y="2432022"/>
            <a:ext cx="2411896" cy="18950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F44CC8-69B9-37C9-D777-525736851D2E}"/>
              </a:ext>
            </a:extLst>
          </p:cNvPr>
          <p:cNvSpPr txBox="1"/>
          <p:nvPr/>
        </p:nvSpPr>
        <p:spPr>
          <a:xfrm>
            <a:off x="3734929" y="3200869"/>
            <a:ext cx="576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Suzy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FB03B51-BCBC-918F-444D-E60B834418D4}"/>
              </a:ext>
            </a:extLst>
          </p:cNvPr>
          <p:cNvSpPr/>
          <p:nvPr/>
        </p:nvSpPr>
        <p:spPr>
          <a:xfrm>
            <a:off x="7095001" y="4460019"/>
            <a:ext cx="2411896" cy="18950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3C493E9-8202-9C08-840B-5EAD8B4BFE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7205" y="477276"/>
            <a:ext cx="1109868" cy="14137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9C7235B-CB8B-1806-1C58-5D062ED224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06" t="34092" b="1"/>
          <a:stretch>
            <a:fillRect/>
          </a:stretch>
        </p:blipFill>
        <p:spPr>
          <a:xfrm>
            <a:off x="2091997" y="3386465"/>
            <a:ext cx="842433" cy="42441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8C74243-831A-5B84-6F74-0BEDE7CB3400}"/>
              </a:ext>
            </a:extLst>
          </p:cNvPr>
          <p:cNvSpPr txBox="1"/>
          <p:nvPr/>
        </p:nvSpPr>
        <p:spPr>
          <a:xfrm>
            <a:off x="2003605" y="3200869"/>
            <a:ext cx="61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Andy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DEF7A-CFC2-8B41-CBD6-C152897851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06" t="34092" b="1"/>
          <a:stretch>
            <a:fillRect/>
          </a:stretch>
        </p:blipFill>
        <p:spPr>
          <a:xfrm flipH="1">
            <a:off x="3428947" y="3379552"/>
            <a:ext cx="842433" cy="4244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6121D4-9D1C-E4BD-E0D4-82C8018C03AE}"/>
              </a:ext>
            </a:extLst>
          </p:cNvPr>
          <p:cNvSpPr txBox="1"/>
          <p:nvPr/>
        </p:nvSpPr>
        <p:spPr>
          <a:xfrm>
            <a:off x="6364240" y="3191905"/>
            <a:ext cx="576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Suzy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A43A30-61FC-E2FB-6B86-D8C393C980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06" t="34092" b="1"/>
          <a:stretch>
            <a:fillRect/>
          </a:stretch>
        </p:blipFill>
        <p:spPr>
          <a:xfrm>
            <a:off x="4664863" y="3377501"/>
            <a:ext cx="842433" cy="4244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460AA7-654B-10B0-F712-719046E2F079}"/>
              </a:ext>
            </a:extLst>
          </p:cNvPr>
          <p:cNvSpPr txBox="1"/>
          <p:nvPr/>
        </p:nvSpPr>
        <p:spPr>
          <a:xfrm>
            <a:off x="4576471" y="3191905"/>
            <a:ext cx="61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Andy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8B4A84-D622-53EF-6452-C8A4908FD1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06" t="34092" b="1"/>
          <a:stretch>
            <a:fillRect/>
          </a:stretch>
        </p:blipFill>
        <p:spPr>
          <a:xfrm flipH="1">
            <a:off x="6015260" y="3370588"/>
            <a:ext cx="842433" cy="4244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CDD45A-CEB7-A12D-1E76-4BB8AA534A55}"/>
              </a:ext>
            </a:extLst>
          </p:cNvPr>
          <p:cNvSpPr txBox="1"/>
          <p:nvPr/>
        </p:nvSpPr>
        <p:spPr>
          <a:xfrm>
            <a:off x="8896764" y="3182941"/>
            <a:ext cx="576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Suzy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B1CFE9-1014-21F1-137C-77D1D232B5DF}"/>
              </a:ext>
            </a:extLst>
          </p:cNvPr>
          <p:cNvSpPr txBox="1"/>
          <p:nvPr/>
        </p:nvSpPr>
        <p:spPr>
          <a:xfrm>
            <a:off x="7108995" y="3182941"/>
            <a:ext cx="61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Andy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4696BA-5745-650E-1D03-8AEA9684D576}"/>
              </a:ext>
            </a:extLst>
          </p:cNvPr>
          <p:cNvSpPr txBox="1"/>
          <p:nvPr/>
        </p:nvSpPr>
        <p:spPr>
          <a:xfrm>
            <a:off x="8908055" y="5226887"/>
            <a:ext cx="576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Suzy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41EE7EC-93BC-0BB4-85DC-992A4DDE40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06" t="34092" b="1"/>
          <a:stretch>
            <a:fillRect/>
          </a:stretch>
        </p:blipFill>
        <p:spPr>
          <a:xfrm>
            <a:off x="7197389" y="5412483"/>
            <a:ext cx="842433" cy="42441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DE391CD-7151-5A3F-F344-FC0EEF4F4CD1}"/>
              </a:ext>
            </a:extLst>
          </p:cNvPr>
          <p:cNvSpPr txBox="1"/>
          <p:nvPr/>
        </p:nvSpPr>
        <p:spPr>
          <a:xfrm>
            <a:off x="7108997" y="5226887"/>
            <a:ext cx="612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Andy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4B2D670-3972-A7B7-ECDC-E5EF3F8BCF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06" t="34092" b="1"/>
          <a:stretch>
            <a:fillRect/>
          </a:stretch>
        </p:blipFill>
        <p:spPr>
          <a:xfrm flipH="1">
            <a:off x="8547786" y="5405570"/>
            <a:ext cx="842433" cy="4244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290097-0285-CA5C-5C95-9668BF8FD9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067" y="574532"/>
            <a:ext cx="365760" cy="3657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D5F787-DE4D-7541-52D5-2836942083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0344" y="717914"/>
            <a:ext cx="182880" cy="2363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8247903-D3AB-6426-E6C1-DB547B62A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8710" y="3142756"/>
            <a:ext cx="365760" cy="3657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06AA3EA-2102-A148-DAE6-9AFE209745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5987" y="3286138"/>
            <a:ext cx="182880" cy="2363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2925415-2D86-3721-741E-4AEA046335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5039" y="1768043"/>
            <a:ext cx="640080" cy="4437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46F422-D7E2-A75D-AEC1-12339F6323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8104" y="3760534"/>
            <a:ext cx="640080" cy="4437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8C1665B-FD32-C5AC-466D-D33D0EEAC9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961" y="589311"/>
            <a:ext cx="365760" cy="3657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2769775-1057-14B0-68AC-A8E522EEC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6430" y="585812"/>
            <a:ext cx="365760" cy="36576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C408A4-1D67-5161-DBA8-95C92FFFFE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0680" y="3146255"/>
            <a:ext cx="365760" cy="36576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50C70B5-D429-C34C-58D3-1919C800A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149" y="3142756"/>
            <a:ext cx="365760" cy="36576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C5FC9C8-8226-C729-5B1D-C0575FF67B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1120" y="572852"/>
            <a:ext cx="365760" cy="36576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D512D05-F516-A376-386D-193C26D3F7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89" y="569353"/>
            <a:ext cx="365760" cy="36576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DCD7E36-D946-3009-44B4-25172372A0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7092" y="3141057"/>
            <a:ext cx="365760" cy="3657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4B83FEE-F757-721B-08AB-D56C816D3C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0561" y="3137558"/>
            <a:ext cx="365760" cy="36576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8296C6E-935D-E835-6F53-34F9FB9A27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8658" y="5190131"/>
            <a:ext cx="365760" cy="36576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A3F1B3A-9545-05B4-6CF6-B926A165F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2127" y="5186632"/>
            <a:ext cx="365760" cy="36576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38FBF57-37B3-241E-F9DC-C9A1325B51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8745" y="5778243"/>
            <a:ext cx="640080" cy="44379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53E5F702-686C-6555-BB1B-E50806B61889}"/>
              </a:ext>
            </a:extLst>
          </p:cNvPr>
          <p:cNvSpPr/>
          <p:nvPr/>
        </p:nvSpPr>
        <p:spPr>
          <a:xfrm>
            <a:off x="7197387" y="3756762"/>
            <a:ext cx="2219588" cy="284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DF1FA52-DD7B-C935-E2A6-CA4751956A50}"/>
              </a:ext>
            </a:extLst>
          </p:cNvPr>
          <p:cNvSpPr/>
          <p:nvPr/>
        </p:nvSpPr>
        <p:spPr>
          <a:xfrm>
            <a:off x="7114657" y="1663227"/>
            <a:ext cx="2219588" cy="284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C8091-3EB0-8532-9AE6-45B61D3B0D9E}"/>
              </a:ext>
            </a:extLst>
          </p:cNvPr>
          <p:cNvSpPr txBox="1"/>
          <p:nvPr/>
        </p:nvSpPr>
        <p:spPr>
          <a:xfrm>
            <a:off x="1901167" y="29787"/>
            <a:ext cx="250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ECC54-5ECC-DFD3-558A-C0E8802D4A50}"/>
              </a:ext>
            </a:extLst>
          </p:cNvPr>
          <p:cNvSpPr txBox="1"/>
          <p:nvPr/>
        </p:nvSpPr>
        <p:spPr>
          <a:xfrm>
            <a:off x="4451122" y="29787"/>
            <a:ext cx="250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24ED1B-900C-525B-686F-A3C4D786B4BA}"/>
              </a:ext>
            </a:extLst>
          </p:cNvPr>
          <p:cNvSpPr txBox="1"/>
          <p:nvPr/>
        </p:nvSpPr>
        <p:spPr>
          <a:xfrm>
            <a:off x="7029546" y="29787"/>
            <a:ext cx="250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</a:t>
            </a: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695AC2FE-70E6-387A-86C5-F40ED7901311}"/>
              </a:ext>
            </a:extLst>
          </p:cNvPr>
          <p:cNvSpPr/>
          <p:nvPr/>
        </p:nvSpPr>
        <p:spPr>
          <a:xfrm>
            <a:off x="7096700" y="2445677"/>
            <a:ext cx="2411896" cy="1298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52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34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Rose</dc:creator>
  <cp:lastModifiedBy>David Rose</cp:lastModifiedBy>
  <cp:revision>8</cp:revision>
  <dcterms:created xsi:type="dcterms:W3CDTF">2025-07-23T21:50:16Z</dcterms:created>
  <dcterms:modified xsi:type="dcterms:W3CDTF">2025-09-30T17:52:53Z</dcterms:modified>
</cp:coreProperties>
</file>
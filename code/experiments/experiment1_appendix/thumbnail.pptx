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FF45-5D3C-130D-4CA4-00044A0E9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E00F50-33D5-FD09-0BEE-B190FC0F9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22B41-2D3B-6E3D-597B-5807A9C95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D17E-B843-FE50-D274-84812B1E3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CC5B-2F9E-DA89-52D0-F5E4BEE4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1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79BA-3EEA-CE4F-7368-28B1E34C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2EC1A-C3D9-0ED1-A5E8-2AF2187FB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64A08-6EBA-2264-933E-D80933D5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F4594-DBE4-13AA-D383-060F201D0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10481-0B5B-518C-8C55-C52011B8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9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0D8D-06B0-E1F2-A3A4-103AADFF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5B47A-0E05-B7B8-AFBD-194489BBE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6F55D-E7C4-EAD4-D869-6FAFB1F1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7B5AB-7CE6-9FFA-F363-2362794A5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97F16-E75C-A17E-1EC7-3EEBB228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B342A-CA54-F8B1-0888-7BF51CF3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7A840-CF6C-25B6-DB0A-A375C63D0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FD183-F1D0-E498-73D1-79F9B7760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281A1-EAE8-DCCC-745C-074F6518E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78FA9-A8F9-501D-1C4B-9F0996F79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8DAE5-10A6-A434-ED76-3208F7BE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5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9F20-E20E-18B6-8E3F-6F2454A1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19C57-9795-46B0-31A6-0F424217C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B1989-D9E9-304A-35B1-A2A94A0BA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977B0-66DB-D2AB-FFD9-DCB24EED5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ADDFD9-5747-11D5-B3AD-CB1D98356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F7896-0777-197C-E1F6-7DC47681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0B437-EE98-8A88-6474-DE479213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92F1F-2069-8F11-EBEE-95DB54C3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8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3617-94CF-FB4E-09C6-64EEE990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146CE-71E9-DA79-E4A8-F787F5AC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FFA95-361C-9D0A-4564-ACDD3EAA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824F7-735B-01F6-D466-8E73CEC7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2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105D3-42ED-77CB-5DE9-AEDAC735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95266-60DB-2A0C-ECDC-BD812208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D3A72-5894-8AFC-9B25-58F41430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2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FE59-9B25-6C73-66CE-10E68DA0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8BC6C-761B-BD90-E84B-E6699E958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E1AF3-CC61-C12D-B42B-43C375A3A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B6C16-AE3C-5643-2519-04B6C6C6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EC891-2385-A966-FB0D-14DAB3D26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BC04F-196E-5EA2-BACB-5B8CF711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45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58A3-2AA2-64E5-3193-31C0A2074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B1CB3-97F7-5B7B-41B8-5341B44709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3617D-81CA-8ECB-B941-BDEE74C09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A4216-9898-4AFE-9B56-617522D8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17126-9160-A5E4-D3A3-C0BDDDDD6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FC2D1-4C90-6D0C-1BFC-955867C7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6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A36A-D23C-65F7-C228-8909D280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A48B8-89CB-348A-1D8F-C07C7A5A4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5FD7-0819-4A75-58D8-D6BC12CD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C4AA5-117D-AD7A-B1B3-130E99CC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E6A80-0B93-9324-77B6-FB6C9969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6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37F46-1DF8-4307-92B8-BBBEE0ABB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EF199-99B6-902D-1197-07A271654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181E5-EF12-180B-C841-EC9611C28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1D4EC-622E-C868-B11E-43BC6BBC2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1C44D-A7AB-3D4A-E735-28653A96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1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B647A-37A8-CDE3-E7EC-2130A813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3A44F-5EB0-561D-A55B-4B0F122C0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B1077-572E-CAA0-FE3B-136F8B260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0C5C-CCBC-F24A-9E74-702647018F36}" type="datetimeFigureOut">
              <a:rPr lang="en-US" smtClean="0"/>
              <a:t>9/11/23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9D6F3-F6F9-FE3C-7CA9-13DFB3AF6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815A4-5351-30DD-7725-DB5C64582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FF60A-C6FE-2F42-9CE6-A65F1E91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7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atercolor abstract background">
            <a:extLst>
              <a:ext uri="{FF2B5EF4-FFF2-40B4-BE49-F238E27FC236}">
                <a16:creationId xmlns:a16="http://schemas.microsoft.com/office/drawing/2014/main" id="{0502833A-0C0D-FDF2-0FC2-7B1637FBA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151" y="428260"/>
            <a:ext cx="8500022" cy="60014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7DB2FF-A373-9368-DED0-056757E7D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253683" y="472970"/>
            <a:ext cx="7947452" cy="5960590"/>
          </a:xfrm>
          <a:prstGeom prst="rect">
            <a:avLst/>
          </a:prstGeom>
          <a:effectLst>
            <a:softEdge rad="1082719"/>
          </a:effectLst>
        </p:spPr>
      </p:pic>
      <p:pic>
        <p:nvPicPr>
          <p:cNvPr id="19" name="Graphic 18" descr="Funny face with solid fill with solid fill">
            <a:extLst>
              <a:ext uri="{FF2B5EF4-FFF2-40B4-BE49-F238E27FC236}">
                <a16:creationId xmlns:a16="http://schemas.microsoft.com/office/drawing/2014/main" id="{7846A611-2F28-64F8-AE67-09912D05D8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98908">
            <a:off x="4070282" y="1943454"/>
            <a:ext cx="697708" cy="697708"/>
          </a:xfrm>
          <a:prstGeom prst="rect">
            <a:avLst/>
          </a:prstGeom>
        </p:spPr>
      </p:pic>
      <p:pic>
        <p:nvPicPr>
          <p:cNvPr id="21" name="Graphic 20" descr="Confused face with solid fill with solid fill">
            <a:extLst>
              <a:ext uri="{FF2B5EF4-FFF2-40B4-BE49-F238E27FC236}">
                <a16:creationId xmlns:a16="http://schemas.microsoft.com/office/drawing/2014/main" id="{A44E7155-6B54-7981-F799-A7F80E4F8C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0937482">
            <a:off x="6957793" y="1960946"/>
            <a:ext cx="697708" cy="697708"/>
          </a:xfrm>
          <a:prstGeom prst="rect">
            <a:avLst/>
          </a:prstGeom>
        </p:spPr>
      </p:pic>
      <p:pic>
        <p:nvPicPr>
          <p:cNvPr id="22" name="Graphic 21" descr="Funny face with solid fill with solid fill">
            <a:extLst>
              <a:ext uri="{FF2B5EF4-FFF2-40B4-BE49-F238E27FC236}">
                <a16:creationId xmlns:a16="http://schemas.microsoft.com/office/drawing/2014/main" id="{30345EDD-E83B-5A00-D41E-03C9BB00C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50645">
            <a:off x="7450896" y="1955703"/>
            <a:ext cx="697708" cy="697708"/>
          </a:xfrm>
          <a:prstGeom prst="rect">
            <a:avLst/>
          </a:prstGeom>
        </p:spPr>
      </p:pic>
      <p:pic>
        <p:nvPicPr>
          <p:cNvPr id="23" name="Graphic 22" descr="Confused face with solid fill with solid fill">
            <a:extLst>
              <a:ext uri="{FF2B5EF4-FFF2-40B4-BE49-F238E27FC236}">
                <a16:creationId xmlns:a16="http://schemas.microsoft.com/office/drawing/2014/main" id="{B0218780-C8B1-7742-18DA-1EE355B23C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434557">
            <a:off x="4586033" y="1980108"/>
            <a:ext cx="697708" cy="69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0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Siying ZHANG</dc:creator>
  <cp:lastModifiedBy>Siying ZHANG</cp:lastModifiedBy>
  <cp:revision>1</cp:revision>
  <dcterms:created xsi:type="dcterms:W3CDTF">2023-09-11T19:53:25Z</dcterms:created>
  <dcterms:modified xsi:type="dcterms:W3CDTF">2023-09-11T20:15:19Z</dcterms:modified>
</cp:coreProperties>
</file>